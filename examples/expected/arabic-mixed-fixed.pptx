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 rtl="1"/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2" name="Arabic example"/>
        </p:nvSpPr>
        <p:txBody>
          <a:bodyPr rtlCol="1"/>
          <a:lstStyle/>
          <a:p>
            <a:pPr rtl="1" algn="r">
              <a:defRPr lang="ar-SA">
                <a:cs typeface="Arial"/>
              </a:defRPr>
            </a:pPr>
            <a:r>
              <a:rPr lang="ar-SA">
                <a:cs typeface="Arial"/>
              </a:rPr>
              <a:t>يعتمد النظام على GPS وTCP/IP.</a:t>
            </a:r>
          </a:p>
        </p:txBody>
      </p:sp>
    </p:spTree>
  </p:cSld>
</p:sld>
</file>